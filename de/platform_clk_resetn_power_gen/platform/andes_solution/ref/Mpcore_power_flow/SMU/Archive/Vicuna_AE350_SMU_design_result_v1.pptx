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0"/>
  </p:notesMasterIdLst>
  <p:handoutMasterIdLst>
    <p:handoutMasterId r:id="rId11"/>
  </p:handoutMasterIdLst>
  <p:sldIdLst>
    <p:sldId id="525" r:id="rId2"/>
    <p:sldId id="526" r:id="rId3"/>
    <p:sldId id="527" r:id="rId4"/>
    <p:sldId id="528" r:id="rId5"/>
    <p:sldId id="529" r:id="rId6"/>
    <p:sldId id="530" r:id="rId7"/>
    <p:sldId id="532" r:id="rId8"/>
    <p:sldId id="531" r:id="rId9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F090"/>
    <a:srgbClr val="8BFFA7"/>
    <a:srgbClr val="1C71A6"/>
    <a:srgbClr val="000066"/>
    <a:srgbClr val="FFF78F"/>
    <a:srgbClr val="78A4C7"/>
    <a:srgbClr val="AEC8DD"/>
    <a:srgbClr val="32AEC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88087" autoAdjust="0"/>
  </p:normalViewPr>
  <p:slideViewPr>
    <p:cSldViewPr snapToGrid="0">
      <p:cViewPr varScale="1">
        <p:scale>
          <a:sx n="94" d="100"/>
          <a:sy n="94" d="100"/>
        </p:scale>
        <p:origin x="-60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{signal: [</a:t>
            </a:r>
          </a:p>
          <a:p>
            <a:r>
              <a:rPr lang="en-US" altLang="zh-TW" dirty="0" smtClean="0"/>
              <a:t>  {name: '</a:t>
            </a:r>
            <a:r>
              <a:rPr lang="en-US" altLang="zh-TW" dirty="0" err="1" smtClean="0"/>
              <a:t>pwr_state</a:t>
            </a:r>
            <a:r>
              <a:rPr lang="en-US" altLang="zh-TW" dirty="0" smtClean="0"/>
              <a:t>', wave: '3..45=...', data: ['OFF', 'RET', 'ISO', 'ACTIVE']},</a:t>
            </a:r>
          </a:p>
          <a:p>
            <a:r>
              <a:rPr lang="en-US" altLang="zh-TW" dirty="0" smtClean="0"/>
              <a:t>  {name: '</a:t>
            </a:r>
            <a:r>
              <a:rPr lang="en-US" altLang="zh-TW" dirty="0" err="1" smtClean="0"/>
              <a:t>pd_clk_off</a:t>
            </a:r>
            <a:r>
              <a:rPr lang="en-US" altLang="zh-TW" dirty="0" smtClean="0"/>
              <a:t>', wave: '0....1...'},</a:t>
            </a:r>
          </a:p>
          <a:p>
            <a:r>
              <a:rPr lang="en-US" altLang="zh-TW" dirty="0" smtClean="0"/>
              <a:t>  {name: '</a:t>
            </a:r>
            <a:r>
              <a:rPr lang="en-US" altLang="zh-TW" dirty="0" err="1" smtClean="0"/>
              <a:t>clk</a:t>
            </a:r>
            <a:r>
              <a:rPr lang="en-US" altLang="zh-TW" dirty="0" smtClean="0"/>
              <a:t>', wave: '0....p...'},</a:t>
            </a:r>
          </a:p>
          <a:p>
            <a:r>
              <a:rPr lang="en-US" altLang="zh-TW" dirty="0" smtClean="0"/>
              <a:t>  {name: '</a:t>
            </a:r>
            <a:r>
              <a:rPr lang="en-US" altLang="zh-TW" dirty="0" err="1" smtClean="0"/>
              <a:t>pd_rstn</a:t>
            </a:r>
            <a:r>
              <a:rPr lang="en-US" altLang="zh-TW" dirty="0" smtClean="0"/>
              <a:t>', wave: '1..0...1.'}</a:t>
            </a:r>
          </a:p>
          <a:p>
            <a:r>
              <a:rPr lang="en-US" altLang="zh-TW" dirty="0" smtClean="0"/>
              <a:t>]}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7279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Result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2019-03-11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SMU </a:t>
            </a:r>
            <a:r>
              <a:rPr lang="en-US" altLang="zh-TW" dirty="0"/>
              <a:t>RTL coding</a:t>
            </a:r>
          </a:p>
          <a:p>
            <a:r>
              <a:rPr lang="en-US" altLang="zh-TW" dirty="0" smtClean="0"/>
              <a:t>CPF </a:t>
            </a:r>
            <a:r>
              <a:rPr lang="en-US" altLang="zh-TW" dirty="0"/>
              <a:t>script coding</a:t>
            </a:r>
          </a:p>
          <a:p>
            <a:r>
              <a:rPr lang="en-US" altLang="zh-TW" dirty="0" smtClean="0"/>
              <a:t>Clock </a:t>
            </a:r>
            <a:r>
              <a:rPr lang="en-US" altLang="zh-TW" dirty="0"/>
              <a:t>and reset sequence</a:t>
            </a:r>
          </a:p>
          <a:p>
            <a:r>
              <a:rPr lang="en-US" altLang="zh-TW" dirty="0" smtClean="0"/>
              <a:t>Reset </a:t>
            </a:r>
            <a:r>
              <a:rPr lang="en-US" altLang="zh-TW" dirty="0"/>
              <a:t>synchronizer </a:t>
            </a:r>
            <a:r>
              <a:rPr lang="en-US" altLang="zh-TW" dirty="0" smtClean="0"/>
              <a:t>clock</a:t>
            </a:r>
          </a:p>
          <a:p>
            <a:r>
              <a:rPr lang="en-US" altLang="zh-TW" dirty="0" smtClean="0"/>
              <a:t>Pattern flow</a:t>
            </a:r>
          </a:p>
          <a:p>
            <a:pPr lvl="1"/>
            <a:r>
              <a:rPr lang="en-US" altLang="zh-TW" dirty="0" smtClean="0"/>
              <a:t>Light sleep</a:t>
            </a:r>
          </a:p>
          <a:p>
            <a:pPr lvl="1"/>
            <a:r>
              <a:rPr lang="en-US" altLang="zh-TW" dirty="0" smtClean="0"/>
              <a:t>Deep sleep</a:t>
            </a:r>
            <a:endParaRPr lang="en-US" altLang="zh-TW" dirty="0"/>
          </a:p>
          <a:p>
            <a:r>
              <a:rPr lang="en-US" altLang="zh-TW" dirty="0" smtClean="0"/>
              <a:t>Simulation waveform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589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Clock and reset </a:t>
            </a:r>
            <a:r>
              <a:rPr lang="en-US" altLang="zh-TW" dirty="0" smtClean="0"/>
              <a:t>sequence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6" t="52114" r="20645" b="24717"/>
          <a:stretch/>
        </p:blipFill>
        <p:spPr bwMode="auto">
          <a:xfrm>
            <a:off x="26895" y="2300886"/>
            <a:ext cx="8901953" cy="206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/>
          <p:cNvSpPr txBox="1"/>
          <p:nvPr/>
        </p:nvSpPr>
        <p:spPr>
          <a:xfrm>
            <a:off x="4469359" y="4795946"/>
            <a:ext cx="379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 two-bit counter is for delaying </a:t>
            </a:r>
            <a:r>
              <a:rPr lang="en-US" altLang="zh-TW" dirty="0" err="1" smtClean="0"/>
              <a:t>pd_rstn</a:t>
            </a:r>
            <a:r>
              <a:rPr lang="en-US" altLang="zh-TW" dirty="0" smtClean="0"/>
              <a:t> de-asserted.</a:t>
            </a:r>
            <a:endParaRPr lang="zh-TW" altLang="en-US" dirty="0"/>
          </a:p>
        </p:txBody>
      </p:sp>
      <p:sp>
        <p:nvSpPr>
          <p:cNvPr id="4" name="右大括弧 3"/>
          <p:cNvSpPr/>
          <p:nvPr/>
        </p:nvSpPr>
        <p:spPr bwMode="auto">
          <a:xfrm rot="5400000">
            <a:off x="5936601" y="3196905"/>
            <a:ext cx="410547" cy="2738535"/>
          </a:xfrm>
          <a:prstGeom prst="righ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17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Reset synchronizer </a:t>
            </a:r>
            <a:r>
              <a:rPr lang="en-US" altLang="zh-TW" dirty="0" smtClean="0"/>
              <a:t>clock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old design, reset synchronizer is clocked by </a:t>
            </a:r>
            <a:r>
              <a:rPr lang="en-US" altLang="zh-TW" dirty="0" err="1" smtClean="0"/>
              <a:t>core_clk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However, reset signal can’t be flopped to reset domain when </a:t>
            </a:r>
            <a:r>
              <a:rPr lang="en-US" altLang="zh-TW" dirty="0" err="1" smtClean="0"/>
              <a:t>core_clk</a:t>
            </a:r>
            <a:r>
              <a:rPr lang="en-US" altLang="zh-TW" dirty="0" smtClean="0"/>
              <a:t> is gated.</a:t>
            </a:r>
          </a:p>
          <a:p>
            <a:pPr marL="0" indent="0">
              <a:buNone/>
            </a:pPr>
            <a:r>
              <a:rPr lang="zh-TW" altLang="en-US" dirty="0" smtClean="0"/>
              <a:t>→</a:t>
            </a:r>
            <a:r>
              <a:rPr lang="en-US" altLang="zh-TW" dirty="0" smtClean="0"/>
              <a:t>Use non-gated clock </a:t>
            </a:r>
            <a:r>
              <a:rPr lang="en-US" altLang="zh-TW" dirty="0" err="1" smtClean="0"/>
              <a:t>root_clk</a:t>
            </a: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47" t="51293" r="28615" b="17214"/>
          <a:stretch/>
        </p:blipFill>
        <p:spPr bwMode="auto">
          <a:xfrm>
            <a:off x="1454611" y="3429179"/>
            <a:ext cx="6574658" cy="2980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3247053" y="3872203"/>
            <a:ext cx="942392" cy="20527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34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Pattern </a:t>
            </a:r>
            <a:r>
              <a:rPr lang="en-US" altLang="zh-TW" dirty="0" smtClean="0"/>
              <a:t>flow of </a:t>
            </a:r>
            <a:r>
              <a:rPr lang="en-US" altLang="zh-TW" dirty="0" err="1" smtClean="0"/>
              <a:t>light_sleep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Setup PIT and power command</a:t>
            </a:r>
          </a:p>
          <a:p>
            <a:r>
              <a:rPr lang="en-US" altLang="zh-TW" dirty="0" smtClean="0"/>
              <a:t>FENCE.I</a:t>
            </a:r>
          </a:p>
          <a:p>
            <a:r>
              <a:rPr lang="en-US" altLang="zh-TW" dirty="0" smtClean="0"/>
              <a:t>WFI</a:t>
            </a:r>
          </a:p>
          <a:p>
            <a:r>
              <a:rPr lang="en-US" altLang="zh-TW" dirty="0" smtClean="0"/>
              <a:t>Check SMU.PWRR for wakeup event</a:t>
            </a:r>
          </a:p>
          <a:p>
            <a:pPr lvl="1"/>
            <a:r>
              <a:rPr lang="en-US" altLang="zh-TW" dirty="0" smtClean="0"/>
              <a:t>Finish if </a:t>
            </a:r>
            <a:r>
              <a:rPr lang="en-US" altLang="zh-TW" dirty="0"/>
              <a:t>wakeup </a:t>
            </a:r>
            <a:r>
              <a:rPr lang="en-US" altLang="zh-TW" dirty="0" smtClean="0"/>
              <a:t>event is PIT</a:t>
            </a:r>
          </a:p>
          <a:p>
            <a:r>
              <a:rPr lang="en-US" altLang="zh-TW" dirty="0" smtClean="0"/>
              <a:t>Wakeup other cores by Software PLIC</a:t>
            </a:r>
          </a:p>
        </p:txBody>
      </p:sp>
    </p:spTree>
    <p:extLst>
      <p:ext uri="{BB962C8B-B14F-4D97-AF65-F5344CB8AC3E}">
        <p14:creationId xmlns:p14="http://schemas.microsoft.com/office/powerpoint/2010/main" val="235666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Pattern </a:t>
            </a:r>
            <a:r>
              <a:rPr lang="en-US" altLang="zh-TW" dirty="0" smtClean="0"/>
              <a:t>flow of </a:t>
            </a:r>
            <a:r>
              <a:rPr lang="en-US" altLang="zh-TW" dirty="0" err="1" smtClean="0"/>
              <a:t>deep_sleep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NOP * 100 to avoid race condition</a:t>
            </a: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Check </a:t>
            </a:r>
            <a:r>
              <a:rPr lang="en-US" altLang="zh-TW" b="1" dirty="0">
                <a:solidFill>
                  <a:srgbClr val="FF0000"/>
                </a:solidFill>
              </a:rPr>
              <a:t>SMU.PWRR for wakeup </a:t>
            </a:r>
            <a:r>
              <a:rPr lang="en-US" altLang="zh-TW" b="1" dirty="0" smtClean="0">
                <a:solidFill>
                  <a:srgbClr val="FF0000"/>
                </a:solidFill>
              </a:rPr>
              <a:t>event</a:t>
            </a:r>
            <a:r>
              <a:rPr lang="zh-TW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zh-TW" b="1" dirty="0" smtClean="0">
                <a:solidFill>
                  <a:srgbClr val="FF0000"/>
                </a:solidFill>
              </a:rPr>
              <a:t>in 2nd power </a:t>
            </a:r>
            <a:r>
              <a:rPr lang="en-US" altLang="zh-TW" b="1" dirty="0" err="1" smtClean="0">
                <a:solidFill>
                  <a:srgbClr val="FF0000"/>
                </a:solidFill>
              </a:rPr>
              <a:t>comnd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Finish if wakeup event is </a:t>
            </a:r>
            <a:r>
              <a:rPr lang="en-US" altLang="zh-TW" dirty="0" smtClean="0"/>
              <a:t>PIT</a:t>
            </a:r>
          </a:p>
          <a:p>
            <a:r>
              <a:rPr lang="en-US" altLang="zh-TW" dirty="0" smtClean="0"/>
              <a:t>Setup PIT and power command</a:t>
            </a:r>
          </a:p>
          <a:p>
            <a:r>
              <a:rPr lang="en-US" altLang="zh-TW" dirty="0" smtClean="0"/>
              <a:t>FENCE.I</a:t>
            </a:r>
          </a:p>
          <a:p>
            <a:r>
              <a:rPr lang="en-US" altLang="zh-TW" dirty="0" smtClean="0"/>
              <a:t>WFI</a:t>
            </a:r>
          </a:p>
        </p:txBody>
      </p:sp>
    </p:spTree>
    <p:extLst>
      <p:ext uri="{BB962C8B-B14F-4D97-AF65-F5344CB8AC3E}">
        <p14:creationId xmlns:p14="http://schemas.microsoft.com/office/powerpoint/2010/main" val="316509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waveform </a:t>
            </a:r>
            <a:r>
              <a:rPr lang="en-US" altLang="zh-TW" dirty="0" smtClean="0"/>
              <a:t>(</a:t>
            </a:r>
            <a:r>
              <a:rPr lang="en-US" altLang="zh-TW" smtClean="0"/>
              <a:t>light_sleep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7" t="17780" r="26585" b="52656"/>
          <a:stretch/>
        </p:blipFill>
        <p:spPr bwMode="auto">
          <a:xfrm>
            <a:off x="929640" y="1617132"/>
            <a:ext cx="7063740" cy="4145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單箭頭接點 4"/>
          <p:cNvCxnSpPr/>
          <p:nvPr/>
        </p:nvCxnSpPr>
        <p:spPr bwMode="auto">
          <a:xfrm>
            <a:off x="7360920" y="1186602"/>
            <a:ext cx="0" cy="3276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文字方塊 5"/>
          <p:cNvSpPr txBox="1"/>
          <p:nvPr/>
        </p:nvSpPr>
        <p:spPr>
          <a:xfrm>
            <a:off x="6778100" y="878825"/>
            <a:ext cx="1165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/>
              <a:t>PIT interrupt</a:t>
            </a:r>
            <a:endParaRPr lang="zh-TW" altLang="en-US" sz="1400" b="0" dirty="0"/>
          </a:p>
        </p:txBody>
      </p:sp>
      <p:sp>
        <p:nvSpPr>
          <p:cNvPr id="7" name="文字方塊 6"/>
          <p:cNvSpPr txBox="1"/>
          <p:nvPr/>
        </p:nvSpPr>
        <p:spPr>
          <a:xfrm>
            <a:off x="2383401" y="4892099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Internal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284015" y="3873818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Interface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383401" y="2367701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Power</a:t>
            </a:r>
          </a:p>
          <a:p>
            <a:r>
              <a:rPr lang="en-US" altLang="zh-TW" sz="1400" b="0" dirty="0" smtClean="0">
                <a:solidFill>
                  <a:schemeClr val="bg1"/>
                </a:solidFill>
              </a:rPr>
              <a:t>control 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321" y="5732495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Interface</a:t>
            </a:r>
            <a:r>
              <a:rPr lang="en-US" altLang="zh-TW" b="0" dirty="0" smtClean="0"/>
              <a:t> is isolation cell inserted by script.</a:t>
            </a:r>
          </a:p>
          <a:p>
            <a:r>
              <a:rPr lang="en-US" altLang="zh-TW" dirty="0" smtClean="0"/>
              <a:t>Internal </a:t>
            </a:r>
            <a:r>
              <a:rPr lang="en-US" altLang="zh-TW" b="0" dirty="0" smtClean="0"/>
              <a:t>is inside the power domain.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320112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Simulation </a:t>
            </a:r>
            <a:r>
              <a:rPr lang="en-US" altLang="zh-TW" dirty="0" smtClean="0"/>
              <a:t>waveform (</a:t>
            </a:r>
            <a:r>
              <a:rPr lang="en-US" altLang="zh-TW" dirty="0" err="1" smtClean="0"/>
              <a:t>deep_sleep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04" t="17628" r="24834" b="50395"/>
          <a:stretch/>
        </p:blipFill>
        <p:spPr bwMode="auto">
          <a:xfrm>
            <a:off x="52321" y="1983445"/>
            <a:ext cx="5624580" cy="318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39" t="17725" r="22038" b="50355"/>
          <a:stretch/>
        </p:blipFill>
        <p:spPr bwMode="auto">
          <a:xfrm>
            <a:off x="5836920" y="1983445"/>
            <a:ext cx="3055620" cy="318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單箭頭接點 4"/>
          <p:cNvCxnSpPr/>
          <p:nvPr/>
        </p:nvCxnSpPr>
        <p:spPr bwMode="auto">
          <a:xfrm>
            <a:off x="6179820" y="1604010"/>
            <a:ext cx="0" cy="3276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文字方塊 5"/>
          <p:cNvSpPr txBox="1"/>
          <p:nvPr/>
        </p:nvSpPr>
        <p:spPr>
          <a:xfrm>
            <a:off x="5597000" y="1296233"/>
            <a:ext cx="1165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/>
              <a:t>PIT interrupt</a:t>
            </a:r>
            <a:endParaRPr lang="zh-TW" altLang="en-US" sz="1400" b="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960340" y="4467641"/>
            <a:ext cx="780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Internal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26923" y="3766601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Interface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999179" y="2661701"/>
            <a:ext cx="77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b="0" dirty="0" smtClean="0">
                <a:solidFill>
                  <a:schemeClr val="bg1"/>
                </a:solidFill>
              </a:rPr>
              <a:t>Power</a:t>
            </a:r>
          </a:p>
          <a:p>
            <a:r>
              <a:rPr lang="en-US" altLang="zh-TW" sz="1400" b="0" dirty="0" smtClean="0">
                <a:solidFill>
                  <a:schemeClr val="bg1"/>
                </a:solidFill>
              </a:rPr>
              <a:t>control </a:t>
            </a:r>
            <a:endParaRPr lang="zh-TW" altLang="en-US" sz="1400" b="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321" y="5172635"/>
            <a:ext cx="45704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Interface</a:t>
            </a:r>
            <a:r>
              <a:rPr lang="en-US" altLang="zh-TW" b="0" dirty="0" smtClean="0"/>
              <a:t> is isolation cell inserted by script.</a:t>
            </a:r>
          </a:p>
          <a:p>
            <a:r>
              <a:rPr lang="en-US" altLang="zh-TW" dirty="0" smtClean="0"/>
              <a:t>Internal </a:t>
            </a:r>
            <a:r>
              <a:rPr lang="en-US" altLang="zh-TW" b="0" dirty="0" smtClean="0"/>
              <a:t>is inside the power domain.</a:t>
            </a:r>
            <a:endParaRPr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287764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12578</TotalTime>
  <Words>261</Words>
  <Application>Microsoft Office PowerPoint</Application>
  <PresentationFormat>如螢幕大小 (4:3)</PresentationFormat>
  <Paragraphs>57</Paragraphs>
  <Slides>8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Probation Review</vt:lpstr>
      <vt:lpstr>Vicuna AE350 SMU Design Result</vt:lpstr>
      <vt:lpstr>Outline</vt:lpstr>
      <vt:lpstr>Clock and reset sequence</vt:lpstr>
      <vt:lpstr>Reset synchronizer clock</vt:lpstr>
      <vt:lpstr>Pattern flow of light_sleep</vt:lpstr>
      <vt:lpstr>Pattern flow of deep_sleep</vt:lpstr>
      <vt:lpstr>Simulation waveform (light_sleep)</vt:lpstr>
      <vt:lpstr>Simulation waveform (deep_sleep)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Ting Chou(周廷)</cp:lastModifiedBy>
  <cp:revision>655</cp:revision>
  <dcterms:created xsi:type="dcterms:W3CDTF">2017-03-02T07:26:01Z</dcterms:created>
  <dcterms:modified xsi:type="dcterms:W3CDTF">2019-03-21T08:20:22Z</dcterms:modified>
</cp:coreProperties>
</file>