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25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5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19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60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07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90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94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24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76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49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78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A3E68-CCB1-4440-94A4-1286F0E3C051}" type="datetimeFigureOut">
              <a:rPr lang="zh-TW" altLang="en-US" smtClean="0"/>
              <a:t>2019/6/12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25B46-3CAF-4D71-B4DA-0E7271891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54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Mpcore</a:t>
            </a:r>
            <a:r>
              <a:rPr lang="en-US" altLang="zh-TW" dirty="0" smtClean="0"/>
              <a:t> Low Power </a:t>
            </a:r>
            <a:r>
              <a:rPr lang="en-US" altLang="zh-TW" dirty="0" err="1"/>
              <a:t>I</a:t>
            </a:r>
            <a:r>
              <a:rPr lang="en-US" altLang="zh-TW" dirty="0" err="1" smtClean="0"/>
              <a:t>nterfeace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20190612</a:t>
            </a:r>
            <a:endParaRPr lang="en-US" altLang="zh-TW" dirty="0" smtClean="0"/>
          </a:p>
          <a:p>
            <a:r>
              <a:rPr lang="en-US" altLang="zh-TW" dirty="0" smtClean="0"/>
              <a:t>Jimmy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679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067119" y="3861048"/>
            <a:ext cx="3281689" cy="4320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ACU &amp; L2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236401" y="2348880"/>
            <a:ext cx="1183471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 0</a:t>
            </a:r>
          </a:p>
          <a:p>
            <a:pPr algn="ctr"/>
            <a:endParaRPr lang="en-US" altLang="zh-TW" sz="1400" b="1" dirty="0" smtClean="0"/>
          </a:p>
          <a:p>
            <a:pPr algn="ctr"/>
            <a:endParaRPr lang="zh-TW" altLang="en-US" sz="1400" b="1" dirty="0"/>
          </a:p>
        </p:txBody>
      </p:sp>
      <p:sp>
        <p:nvSpPr>
          <p:cNvPr id="16" name="矩形 15"/>
          <p:cNvSpPr/>
          <p:nvPr/>
        </p:nvSpPr>
        <p:spPr>
          <a:xfrm>
            <a:off x="2339753" y="2856434"/>
            <a:ext cx="973104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err="1" smtClean="0"/>
              <a:t>Dtag</a:t>
            </a:r>
            <a:r>
              <a:rPr lang="en-US" altLang="zh-TW" sz="1400" b="1" dirty="0" smtClean="0"/>
              <a:t>  0</a:t>
            </a:r>
          </a:p>
        </p:txBody>
      </p:sp>
      <p:grpSp>
        <p:nvGrpSpPr>
          <p:cNvPr id="24" name="群組 23"/>
          <p:cNvGrpSpPr/>
          <p:nvPr/>
        </p:nvGrpSpPr>
        <p:grpSpPr>
          <a:xfrm>
            <a:off x="3887191" y="2360762"/>
            <a:ext cx="1183471" cy="1008112"/>
            <a:chOff x="2236401" y="1268760"/>
            <a:chExt cx="1183471" cy="1008112"/>
          </a:xfrm>
        </p:grpSpPr>
        <p:sp>
          <p:nvSpPr>
            <p:cNvPr id="25" name="矩形 24"/>
            <p:cNvSpPr/>
            <p:nvPr/>
          </p:nvSpPr>
          <p:spPr>
            <a:xfrm>
              <a:off x="2236401" y="1268760"/>
              <a:ext cx="1183471" cy="1008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smtClean="0"/>
                <a:t>Core 1</a:t>
              </a:r>
            </a:p>
            <a:p>
              <a:pPr algn="ctr"/>
              <a:endParaRPr lang="en-US" altLang="zh-TW" sz="1400" b="1" dirty="0" smtClean="0"/>
            </a:p>
            <a:p>
              <a:pPr algn="ctr"/>
              <a:endParaRPr lang="zh-TW" altLang="en-US" sz="1400" b="1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2339753" y="1776314"/>
              <a:ext cx="973104" cy="36004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err="1" smtClean="0"/>
                <a:t>Dtag</a:t>
              </a:r>
              <a:r>
                <a:rPr lang="en-US" altLang="zh-TW" sz="1400" b="1" dirty="0" smtClean="0"/>
                <a:t>  1</a:t>
              </a:r>
            </a:p>
          </p:txBody>
        </p:sp>
      </p:grpSp>
      <p:sp>
        <p:nvSpPr>
          <p:cNvPr id="29" name="上-下雙向箭號 28"/>
          <p:cNvSpPr/>
          <p:nvPr/>
        </p:nvSpPr>
        <p:spPr>
          <a:xfrm>
            <a:off x="4427984" y="3452625"/>
            <a:ext cx="157123" cy="3754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6660232" y="2527182"/>
            <a:ext cx="967447" cy="932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SMU</a:t>
            </a:r>
          </a:p>
        </p:txBody>
      </p:sp>
      <p:sp>
        <p:nvSpPr>
          <p:cNvPr id="33" name="矩形 32"/>
          <p:cNvSpPr/>
          <p:nvPr/>
        </p:nvSpPr>
        <p:spPr>
          <a:xfrm>
            <a:off x="1835696" y="1988840"/>
            <a:ext cx="3672408" cy="259228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上-下雙向箭號 33"/>
          <p:cNvSpPr/>
          <p:nvPr/>
        </p:nvSpPr>
        <p:spPr>
          <a:xfrm rot="5400000" flipH="1" flipV="1">
            <a:off x="5994279" y="2560443"/>
            <a:ext cx="179778" cy="8640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5667722" y="247516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Sleep Handshake</a:t>
            </a:r>
            <a:endParaRPr lang="zh-TW" altLang="en-US" sz="12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712990" y="411135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clock</a:t>
            </a:r>
            <a:endParaRPr lang="zh-TW" altLang="en-US" sz="1200" dirty="0"/>
          </a:p>
        </p:txBody>
      </p:sp>
      <p:cxnSp>
        <p:nvCxnSpPr>
          <p:cNvPr id="42" name="肘形接點 41"/>
          <p:cNvCxnSpPr>
            <a:stCxn id="45" idx="2"/>
            <a:endCxn id="31" idx="3"/>
          </p:cNvCxnSpPr>
          <p:nvPr/>
        </p:nvCxnSpPr>
        <p:spPr>
          <a:xfrm rot="5400000" flipH="1" flipV="1">
            <a:off x="4531946" y="2133468"/>
            <a:ext cx="2235685" cy="3955779"/>
          </a:xfrm>
          <a:prstGeom prst="bentConnector4">
            <a:avLst>
              <a:gd name="adj1" fmla="val -10225"/>
              <a:gd name="adj2" fmla="val 10577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5348808" y="5589240"/>
            <a:ext cx="115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Power Control </a:t>
            </a:r>
            <a:r>
              <a:rPr lang="en-US" altLang="zh-TW" sz="1200" dirty="0"/>
              <a:t>R</a:t>
            </a:r>
            <a:r>
              <a:rPr lang="en-US" altLang="zh-TW" sz="1200" dirty="0" smtClean="0"/>
              <a:t>egister  R/W</a:t>
            </a:r>
            <a:endParaRPr lang="zh-TW" altLang="en-US" sz="1200" dirty="0"/>
          </a:p>
        </p:txBody>
      </p:sp>
      <p:sp>
        <p:nvSpPr>
          <p:cNvPr id="45" name="矩形 44"/>
          <p:cNvSpPr/>
          <p:nvPr/>
        </p:nvSpPr>
        <p:spPr>
          <a:xfrm>
            <a:off x="1835696" y="4797152"/>
            <a:ext cx="3672407" cy="43204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Bus Decode</a:t>
            </a:r>
            <a:endParaRPr lang="zh-TW" altLang="en-US" dirty="0"/>
          </a:p>
        </p:txBody>
      </p:sp>
      <p:sp>
        <p:nvSpPr>
          <p:cNvPr id="47" name="上-下雙向箭號 46"/>
          <p:cNvSpPr/>
          <p:nvPr/>
        </p:nvSpPr>
        <p:spPr>
          <a:xfrm>
            <a:off x="2828136" y="3450615"/>
            <a:ext cx="157123" cy="3754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6660230" y="3843905"/>
            <a:ext cx="967447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Clock gen</a:t>
            </a:r>
          </a:p>
        </p:txBody>
      </p:sp>
      <p:cxnSp>
        <p:nvCxnSpPr>
          <p:cNvPr id="52" name="直線單箭頭接點 51"/>
          <p:cNvCxnSpPr>
            <a:stCxn id="31" idx="2"/>
            <a:endCxn id="50" idx="0"/>
          </p:cNvCxnSpPr>
          <p:nvPr/>
        </p:nvCxnSpPr>
        <p:spPr>
          <a:xfrm flipH="1">
            <a:off x="7143954" y="3459848"/>
            <a:ext cx="2" cy="384057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50" idx="1"/>
            <a:endCxn id="6" idx="3"/>
          </p:cNvCxnSpPr>
          <p:nvPr/>
        </p:nvCxnSpPr>
        <p:spPr>
          <a:xfrm flipH="1">
            <a:off x="5348808" y="4077072"/>
            <a:ext cx="131142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6608557" y="4581128"/>
            <a:ext cx="483723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err="1" smtClean="0"/>
              <a:t>Xtal</a:t>
            </a:r>
            <a:endParaRPr lang="en-US" altLang="zh-TW" sz="1400" b="1" dirty="0" smtClean="0"/>
          </a:p>
        </p:txBody>
      </p:sp>
      <p:sp>
        <p:nvSpPr>
          <p:cNvPr id="59" name="矩形 58"/>
          <p:cNvSpPr/>
          <p:nvPr/>
        </p:nvSpPr>
        <p:spPr>
          <a:xfrm>
            <a:off x="7184621" y="4581128"/>
            <a:ext cx="483723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PLL</a:t>
            </a:r>
          </a:p>
        </p:txBody>
      </p:sp>
      <p:cxnSp>
        <p:nvCxnSpPr>
          <p:cNvPr id="61" name="直線單箭頭接點 60"/>
          <p:cNvCxnSpPr/>
          <p:nvPr/>
        </p:nvCxnSpPr>
        <p:spPr>
          <a:xfrm flipV="1">
            <a:off x="6850418" y="4299948"/>
            <a:ext cx="1" cy="28118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7426480" y="4299949"/>
            <a:ext cx="1" cy="28117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標題 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MP System</a:t>
            </a:r>
            <a:endParaRPr lang="zh-TW" altLang="en-US" dirty="0"/>
          </a:p>
        </p:txBody>
      </p:sp>
      <p:cxnSp>
        <p:nvCxnSpPr>
          <p:cNvPr id="72" name="直線單箭頭接點 71"/>
          <p:cNvCxnSpPr>
            <a:stCxn id="33" idx="2"/>
            <a:endCxn id="45" idx="0"/>
          </p:cNvCxnSpPr>
          <p:nvPr/>
        </p:nvCxnSpPr>
        <p:spPr>
          <a:xfrm>
            <a:off x="3671900" y="4581128"/>
            <a:ext cx="0" cy="21602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7195630" y="3499825"/>
            <a:ext cx="1048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Clock enable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5890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線單箭頭接點 43"/>
          <p:cNvCxnSpPr/>
          <p:nvPr/>
        </p:nvCxnSpPr>
        <p:spPr>
          <a:xfrm>
            <a:off x="2023678" y="2132856"/>
            <a:ext cx="1406513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430191" y="1889874"/>
            <a:ext cx="1080120" cy="1395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PCS </a:t>
            </a:r>
            <a:r>
              <a:rPr lang="en-US" altLang="zh-TW" sz="1400" b="1" dirty="0"/>
              <a:t>I</a:t>
            </a:r>
            <a:r>
              <a:rPr lang="en-US" altLang="zh-TW" sz="1400" b="1" dirty="0" smtClean="0"/>
              <a:t>nterface</a:t>
            </a:r>
          </a:p>
        </p:txBody>
      </p:sp>
      <p:sp>
        <p:nvSpPr>
          <p:cNvPr id="87" name="標題 8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 Power Signals</a:t>
            </a:r>
            <a:endParaRPr lang="zh-TW" altLang="en-US" dirty="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2123728" y="2580561"/>
            <a:ext cx="1306463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2051720" y="2303562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rdy_for_snoop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cxnSp>
        <p:nvCxnSpPr>
          <p:cNvPr id="46" name="直線單箭頭接點 45"/>
          <p:cNvCxnSpPr/>
          <p:nvPr/>
        </p:nvCxnSpPr>
        <p:spPr>
          <a:xfrm>
            <a:off x="4510311" y="2165741"/>
            <a:ext cx="1213817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4510311" y="1888742"/>
            <a:ext cx="115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sleep_req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4510311" y="2636912"/>
            <a:ext cx="1213817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510311" y="2353558"/>
            <a:ext cx="1285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sleep_ok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32940"/>
              </p:ext>
            </p:extLst>
          </p:nvPr>
        </p:nvGraphicFramePr>
        <p:xfrm>
          <a:off x="755576" y="4149080"/>
          <a:ext cx="6120848" cy="203624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05549"/>
                <a:gridCol w="3615299"/>
              </a:tblGrid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core_wfi_mode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core</a:t>
                      </a:r>
                      <a:r>
                        <a:rPr lang="en-US" altLang="zh-TW" b="1" baseline="0" dirty="0" smtClean="0"/>
                        <a:t> is in wait for interrupt mode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rdy_for_snoop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D$</a:t>
                      </a:r>
                      <a:r>
                        <a:rPr lang="en-US" altLang="zh-TW" b="1" baseline="0" dirty="0" smtClean="0"/>
                        <a:t> &amp; </a:t>
                      </a:r>
                      <a:r>
                        <a:rPr lang="en-US" altLang="zh-TW" b="1" baseline="0" dirty="0" err="1" smtClean="0"/>
                        <a:t>Dtag</a:t>
                      </a:r>
                      <a:r>
                        <a:rPr lang="en-US" altLang="zh-TW" b="1" baseline="0" dirty="0" smtClean="0"/>
                        <a:t> initial done and can accept snoop request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sleep_req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Request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baseline="0" dirty="0" err="1" smtClean="0"/>
                        <a:t>core</a:t>
                      </a:r>
                      <a:r>
                        <a:rPr lang="en-US" altLang="zh-TW" b="1" i="1" baseline="0" dirty="0" err="1" smtClean="0"/>
                        <a:t>X</a:t>
                      </a:r>
                      <a:r>
                        <a:rPr lang="en-US" altLang="zh-TW" b="1" i="1" baseline="0" dirty="0" smtClean="0"/>
                        <a:t> </a:t>
                      </a:r>
                      <a:r>
                        <a:rPr lang="en-US" altLang="zh-TW" b="1" baseline="0" dirty="0" smtClean="0"/>
                        <a:t>to quit SMP and enter sleep mode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sleep_ok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 smtClean="0"/>
                        <a:t>Core</a:t>
                      </a:r>
                      <a:r>
                        <a:rPr lang="en-US" altLang="zh-TW" b="1" i="1" dirty="0" err="1" smtClean="0"/>
                        <a:t>X</a:t>
                      </a:r>
                      <a:r>
                        <a:rPr lang="en-US" altLang="zh-TW" b="1" dirty="0" smtClean="0"/>
                        <a:t> </a:t>
                      </a:r>
                      <a:r>
                        <a:rPr lang="en-US" altLang="zh-TW" b="1" dirty="0" smtClean="0"/>
                        <a:t>is</a:t>
                      </a:r>
                      <a:r>
                        <a:rPr lang="en-US" altLang="zh-TW" b="1" baseline="0" dirty="0" smtClean="0"/>
                        <a:t> ready to enter sleep mode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71600" y="1340768"/>
            <a:ext cx="4608512" cy="2448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Mpcore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296058" y="1916832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sp>
        <p:nvSpPr>
          <p:cNvPr id="54" name="矩形 53"/>
          <p:cNvSpPr/>
          <p:nvPr/>
        </p:nvSpPr>
        <p:spPr>
          <a:xfrm>
            <a:off x="1412032" y="2040398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sp>
        <p:nvSpPr>
          <p:cNvPr id="55" name="矩形 54"/>
          <p:cNvSpPr/>
          <p:nvPr/>
        </p:nvSpPr>
        <p:spPr>
          <a:xfrm>
            <a:off x="1512082" y="2192798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cxnSp>
        <p:nvCxnSpPr>
          <p:cNvPr id="17" name="肘形接點 16"/>
          <p:cNvCxnSpPr/>
          <p:nvPr/>
        </p:nvCxnSpPr>
        <p:spPr>
          <a:xfrm flipV="1">
            <a:off x="2726934" y="1700808"/>
            <a:ext cx="2997194" cy="432048"/>
          </a:xfrm>
          <a:prstGeom prst="bentConnector3">
            <a:avLst>
              <a:gd name="adj1" fmla="val -161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4212345" y="1423809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c</a:t>
            </a:r>
            <a:r>
              <a:rPr lang="en-US" altLang="zh-TW" sz="1200" dirty="0" err="1" smtClean="0"/>
              <a:t>ore_wfi_mode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sp>
        <p:nvSpPr>
          <p:cNvPr id="64" name="矩形 63"/>
          <p:cNvSpPr/>
          <p:nvPr/>
        </p:nvSpPr>
        <p:spPr>
          <a:xfrm>
            <a:off x="5724128" y="1556792"/>
            <a:ext cx="967447" cy="111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SMU</a:t>
            </a:r>
          </a:p>
        </p:txBody>
      </p:sp>
      <p:cxnSp>
        <p:nvCxnSpPr>
          <p:cNvPr id="58" name="直線單箭頭接點 57"/>
          <p:cNvCxnSpPr/>
          <p:nvPr/>
        </p:nvCxnSpPr>
        <p:spPr>
          <a:xfrm>
            <a:off x="2147156" y="2924944"/>
            <a:ext cx="1283035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2339752" y="2708920"/>
            <a:ext cx="101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L2_IDLE</a:t>
            </a:r>
            <a:endParaRPr lang="zh-TW" altLang="en-US" sz="1200" dirty="0"/>
          </a:p>
        </p:txBody>
      </p:sp>
      <p:sp>
        <p:nvSpPr>
          <p:cNvPr id="78" name="矩形 77"/>
          <p:cNvSpPr/>
          <p:nvPr/>
        </p:nvSpPr>
        <p:spPr>
          <a:xfrm>
            <a:off x="1535510" y="2879945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L2C</a:t>
            </a:r>
          </a:p>
        </p:txBody>
      </p:sp>
      <p:sp>
        <p:nvSpPr>
          <p:cNvPr id="82" name="文字方塊 81"/>
          <p:cNvSpPr txBox="1"/>
          <p:nvPr/>
        </p:nvSpPr>
        <p:spPr>
          <a:xfrm>
            <a:off x="2051720" y="2924944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srrep_done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cxnSp>
        <p:nvCxnSpPr>
          <p:cNvPr id="84" name="直線單箭頭接點 83"/>
          <p:cNvCxnSpPr/>
          <p:nvPr/>
        </p:nvCxnSpPr>
        <p:spPr>
          <a:xfrm>
            <a:off x="2123728" y="3181806"/>
            <a:ext cx="1283035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40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1704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Sleep </a:t>
            </a:r>
            <a:r>
              <a:rPr lang="en-US" altLang="zh-TW" dirty="0" smtClean="0"/>
              <a:t>Mode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411760" y="161054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</a:rPr>
              <a:t>1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546820"/>
              </p:ext>
            </p:extLst>
          </p:nvPr>
        </p:nvGraphicFramePr>
        <p:xfrm>
          <a:off x="1080120" y="3613543"/>
          <a:ext cx="6876257" cy="2846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6"/>
                <a:gridCol w="1916286"/>
                <a:gridCol w="3844355"/>
              </a:tblGrid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Step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Signal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Condition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rdy_for_snoop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D$ &amp; </a:t>
                      </a:r>
                      <a:r>
                        <a:rPr lang="en-US" altLang="zh-TW" sz="1200" dirty="0" err="1" smtClean="0"/>
                        <a:t>Dtag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initail</a:t>
                      </a:r>
                      <a:r>
                        <a:rPr lang="en-US" altLang="zh-TW" sz="1200" dirty="0" smtClean="0"/>
                        <a:t> done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Smpen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asserrt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(</a:t>
                      </a:r>
                      <a:r>
                        <a:rPr lang="en-US" altLang="zh-TW" sz="1200" dirty="0" err="1" smtClean="0"/>
                        <a:t>rdy_snoop</a:t>
                      </a:r>
                      <a:r>
                        <a:rPr lang="en-US" altLang="zh-TW" sz="1200" dirty="0" smtClean="0"/>
                        <a:t> =1) &amp; ~(</a:t>
                      </a:r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baseline="0" dirty="0" smtClean="0"/>
                        <a:t> &amp; </a:t>
                      </a:r>
                      <a:r>
                        <a:rPr lang="en-US" altLang="zh-TW" sz="1200" baseline="0" dirty="0" err="1" smtClean="0"/>
                        <a:t>wfi</a:t>
                      </a:r>
                      <a:r>
                        <a:rPr lang="en-US" altLang="zh-TW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Set </a:t>
                      </a:r>
                      <a:r>
                        <a:rPr lang="en-US" altLang="zh-TW" sz="1200" dirty="0" smtClean="0"/>
                        <a:t>SMU sleep mode command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core_wfi_mode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Core executes WFI instruction &amp; all bus request is done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/>
                        <a:t>4</a:t>
                      </a:r>
                      <a:endParaRPr lang="zh-TW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err="1" smtClean="0"/>
                        <a:t>Smpen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deasserrt</a:t>
                      </a:r>
                      <a:endParaRPr lang="zh-TW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baseline="0" dirty="0" smtClean="0"/>
                        <a:t> &amp; </a:t>
                      </a:r>
                      <a:r>
                        <a:rPr lang="en-US" altLang="zh-TW" sz="1200" baseline="0" dirty="0" err="1" smtClean="0"/>
                        <a:t>wfi</a:t>
                      </a:r>
                      <a:endParaRPr lang="zh-TW" altLang="en-US" sz="1200" dirty="0" smtClean="0"/>
                    </a:p>
                  </a:txBody>
                  <a:tcPr/>
                </a:tc>
              </a:tr>
              <a:tr h="368224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Sleep_ok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Core_wfi</a:t>
                      </a:r>
                      <a:r>
                        <a:rPr lang="en-US" altLang="zh-TW" sz="1200" baseline="0" dirty="0" err="1" smtClean="0"/>
                        <a:t>_mode</a:t>
                      </a:r>
                      <a:r>
                        <a:rPr lang="en-US" altLang="zh-TW" sz="1200" baseline="0" dirty="0" smtClean="0"/>
                        <a:t> =1 &amp; </a:t>
                      </a:r>
                      <a:r>
                        <a:rPr lang="en-US" altLang="zh-TW" sz="1200" baseline="0" dirty="0" err="1" smtClean="0"/>
                        <a:t>sleep_req</a:t>
                      </a:r>
                      <a:r>
                        <a:rPr lang="en-US" altLang="zh-TW" sz="1200" baseline="0" dirty="0" smtClean="0"/>
                        <a:t>=1 &amp; all </a:t>
                      </a:r>
                      <a:r>
                        <a:rPr lang="en-US" altLang="zh-TW" sz="1200" baseline="0" dirty="0" err="1" smtClean="0"/>
                        <a:t>srresp</a:t>
                      </a:r>
                      <a:r>
                        <a:rPr lang="en-US" altLang="zh-TW" sz="1200" baseline="0" dirty="0" smtClean="0"/>
                        <a:t> has been returned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Ipi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Inter process</a:t>
                      </a:r>
                      <a:r>
                        <a:rPr lang="en-US" altLang="zh-TW" sz="1200" baseline="0" dirty="0" smtClean="0"/>
                        <a:t> interrupt to wakeup core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Sleep_o</a:t>
                      </a:r>
                      <a:r>
                        <a:rPr lang="en-US" altLang="zh-TW" sz="1200" baseline="0" dirty="0" err="1" smtClean="0"/>
                        <a:t>k</a:t>
                      </a:r>
                      <a:r>
                        <a:rPr lang="en-US" altLang="zh-TW" sz="1200" baseline="0" dirty="0" smtClean="0"/>
                        <a:t> </a:t>
                      </a:r>
                      <a:r>
                        <a:rPr lang="en-US" altLang="zh-TW" sz="1200" baseline="0" dirty="0" err="1" smtClean="0"/>
                        <a:t>deassert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dirty="0" smtClean="0"/>
                        <a:t> is </a:t>
                      </a:r>
                      <a:r>
                        <a:rPr lang="en-US" altLang="zh-TW" sz="1200" dirty="0" err="1" smtClean="0"/>
                        <a:t>deassert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96" y="908720"/>
            <a:ext cx="9144000" cy="2286000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3131840" y="187883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3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726482" y="2359819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2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139952" y="211460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4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37348" y="2402632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5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860032" y="265385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6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228184" y="2886943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7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5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Signals</a:t>
            </a: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605778"/>
              </p:ext>
            </p:extLst>
          </p:nvPr>
        </p:nvGraphicFramePr>
        <p:xfrm>
          <a:off x="2555776" y="1484784"/>
          <a:ext cx="3312368" cy="38457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2368"/>
              </a:tblGrid>
              <a:tr h="1735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l2c_clk;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input                           l2c_reset_n;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_savalid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_saready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_srvalid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_srready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input   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altLang="zh-TW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_srresp</a:t>
                      </a:r>
                      <a:r>
                        <a:rPr lang="en-US" altLang="zh-TW" sz="1200" u="none" strike="noStrike" dirty="0" smtClean="0">
                          <a:effectLst/>
                        </a:rPr>
                        <a:t>[1];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_sdvalid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input                           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sz="1200" u="none" strike="noStrike" dirty="0" err="1" smtClean="0">
                          <a:effectLst/>
                        </a:rPr>
                        <a:t>_sdready</a:t>
                      </a:r>
                      <a:r>
                        <a:rPr lang="en-US" sz="1200" u="none" strike="noStrike" dirty="0">
                          <a:effectLst/>
                        </a:rPr>
                        <a:t>;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  <a:tr h="31088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input   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hart</a:t>
                      </a:r>
                      <a:r>
                        <a:rPr lang="en-US" altLang="zh-TW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_core_wfi_mode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input   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altLang="zh-TW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_rdy_for_snoop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input   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pcs_coreX_sleep_req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output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pcs_coreX_sleep_ok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dirty="0" smtClean="0">
                          <a:effectLst/>
                        </a:rPr>
                        <a:t>output                        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m</a:t>
                      </a:r>
                      <a:r>
                        <a:rPr lang="en-US" altLang="zh-TW" sz="1200" i="1" u="none" strike="noStrike" dirty="0" err="1" smtClean="0">
                          <a:effectLst/>
                        </a:rPr>
                        <a:t>X</a:t>
                      </a:r>
                      <a:r>
                        <a:rPr lang="en-US" altLang="zh-TW" sz="1200" u="none" strike="noStrike" dirty="0" err="1" smtClean="0">
                          <a:effectLst/>
                        </a:rPr>
                        <a:t>_smp_en</a:t>
                      </a:r>
                      <a:r>
                        <a:rPr lang="en-US" altLang="zh-TW" sz="1200" u="none" strike="noStrike" dirty="0" smtClean="0">
                          <a:effectLst/>
                        </a:rPr>
                        <a:t>;</a:t>
                      </a:r>
                      <a:endParaRPr lang="en-US" altLang="zh-TW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7890" marR="7890" marT="789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7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20426</TotalTime>
  <Words>224</Words>
  <Application>Microsoft Office PowerPoint</Application>
  <PresentationFormat>如螢幕大小 (4:3)</PresentationFormat>
  <Paragraphs>96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Mpcore Low Power Interfeace</vt:lpstr>
      <vt:lpstr>MP System</vt:lpstr>
      <vt:lpstr>Low Power Signals</vt:lpstr>
      <vt:lpstr>Sleep Mode</vt:lpstr>
      <vt:lpstr>Signals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John Yi-Chung Chen(陳奕仲)</dc:creator>
  <cp:lastModifiedBy>Jimmy Chun-Min Huang(黃軍閔)</cp:lastModifiedBy>
  <cp:revision>79</cp:revision>
  <dcterms:created xsi:type="dcterms:W3CDTF">2019-05-29T02:21:01Z</dcterms:created>
  <dcterms:modified xsi:type="dcterms:W3CDTF">2019-06-12T08:59:52Z</dcterms:modified>
</cp:coreProperties>
</file>